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7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398692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65760" cy="3657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1560" y="457200"/>
            <a:ext cx="365760" cy="365760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54480" y="457200"/>
            <a:ext cx="365760" cy="365760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057400" y="457200"/>
            <a:ext cx="365760" cy="36576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457200"/>
            <a:ext cx="365760" cy="36576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9144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7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 Project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32588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Waste Classification System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6974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FE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waste as biodegradable, recyclable or non-recyclable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291840"/>
            <a:ext cx="8046720" cy="1463040"/>
          </a:xfrm>
          <a:prstGeom prst="roundRect">
            <a:avLst>
              <a:gd name="adj" fmla="val 6250"/>
            </a:avLst>
          </a:prstGeom>
          <a:solidFill>
            <a:srgbClr val="14543F"/>
          </a:solidFill>
          <a:ln w="12700">
            <a:solidFill>
              <a:srgbClr val="14543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401568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&amp; Roll Numbers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591365" y="3575949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26RH1A05KQ – P. NAVYA TEJASWI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26RH1A05KT – P. GAYATHRI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26RH1A05KR – P. SPANDANA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3840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/ Section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591365" y="40507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CSE/ I - SECTION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427939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Name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622431" y="427710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Mr. Rajesh Sir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 to the Project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Python application that sorts waste items into biodegradable, recyclable or non-recyclable using predefined rules.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help users decide quickly which bin an item belongs in, using simple, rule-based logic.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Importance of the Application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626364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segregation reduces landfill, improves recycling and supports a cleaner environment.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457200" cy="45720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Identified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often mix wet, dry and recyclable waste because they are unsure how to classify items.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06324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324612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474720" y="1600200"/>
            <a:ext cx="457200" cy="45720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47472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Limitations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347472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sorting is slow and error-prone; awareness is low and clear guidance is rarely available.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852160" y="26517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6035040" y="1371600"/>
            <a:ext cx="2606040" cy="3200400"/>
          </a:xfrm>
          <a:prstGeom prst="roundRect">
            <a:avLst>
              <a:gd name="adj" fmla="val 3509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600200"/>
            <a:ext cx="457200" cy="457200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63640" y="21945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Python Solution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6263640" y="2880360"/>
            <a:ext cx="21945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program that takes an item name and instantly returns its waste category and the correct bin.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600200"/>
            <a:ext cx="548640" cy="548640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Automate the Required Task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waste items automatically from user input.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1600200"/>
            <a:ext cx="548640" cy="54864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9204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5623560" y="155448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Reduce Manual Effort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623560" y="201168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need to look up or guess disposal rules.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" y="3246120"/>
            <a:ext cx="548640" cy="548640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Improve Accuracy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rules give correct results every time.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663440" y="301752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92040" y="3246120"/>
            <a:ext cx="548640" cy="548640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8920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5623560" y="320040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Easy-to-Use Application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623560" y="365760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menu-driven interface for any user.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Concepts Used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32588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490472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Variables &amp; Data Types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item, category, count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560320" y="132588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0" y="1490472"/>
            <a:ext cx="146304" cy="146304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74320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Operators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comparison, membership (in)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2588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46320" y="1490472"/>
            <a:ext cx="146304" cy="146304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4632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if-elif-else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484632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decisions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66560" y="132588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490472"/>
            <a:ext cx="146304" cy="14630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949440" y="1691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/ while loops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6949440" y="2331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 loop, keyword search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57200" y="30175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3182112"/>
            <a:ext cx="146304" cy="146304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 / Tuples / Sets / Dictionaries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→ category map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2560320" y="30175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743200" y="3182112"/>
            <a:ext cx="146304" cy="146304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classify(), show_result()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663440" y="3017520"/>
            <a:ext cx="1965960" cy="1554480"/>
          </a:xfrm>
          <a:prstGeom prst="roundRect">
            <a:avLst>
              <a:gd name="adj" fmla="val 5882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46320" y="3182112"/>
            <a:ext cx="146304" cy="146304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84632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Strings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484632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lower(), strip(), split()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6949440" y="33832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949440" y="40233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Design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128016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39696" y="128016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139696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Item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3602736" y="128016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3822192" y="128016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22192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Rules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85232" y="128016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5504688" y="128016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504688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+ Bin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967728" y="1280160"/>
            <a:ext cx="21945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7F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7187184" y="1280160"/>
            <a:ext cx="1463040" cy="777240"/>
          </a:xfrm>
          <a:prstGeom prst="roundRect">
            <a:avLst>
              <a:gd name="adj" fmla="val 11765"/>
            </a:avLst>
          </a:prstGeom>
          <a:solidFill>
            <a:srgbClr val="0B3D2E"/>
          </a:solidFill>
          <a:ln w="12700">
            <a:solidFill>
              <a:srgbClr val="0B3D2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187184" y="128016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/ Exit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57200" y="2331720"/>
            <a:ext cx="4114800" cy="2377440"/>
          </a:xfrm>
          <a:prstGeom prst="roundRect">
            <a:avLst>
              <a:gd name="adj" fmla="val 3846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85800" y="2834640"/>
            <a:ext cx="3749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program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waste item from the user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text and search keyword rules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 category and bin colour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until the user exits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4754880" y="2331720"/>
            <a:ext cx="3931920" cy="2377440"/>
          </a:xfrm>
          <a:prstGeom prst="roundRect">
            <a:avLst>
              <a:gd name="adj" fmla="val 3846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983480" y="2423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Modules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4983480" y="2834640"/>
            <a:ext cx="34747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module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/ database module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 module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&amp; history module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2261E"/>
          </a:solidFill>
          <a:ln w="12700">
            <a:solidFill>
              <a:srgbClr val="1226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280160"/>
            <a:ext cx="3794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Smart Waste Classification System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Beginner-friendly Python project (rule-based)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  # date/time module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Dictionary: item -&gt; category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waste_db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"banana peel": "Biodegradable",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"vegetable": "Biodegradable",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"fruit": "Biodegradable",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"leaves": "Biodegradable",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"newspaper": "Recyclable",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"paper": "Recyclable",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"plastic bottle": "Recyclable",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"glass": "Recyclable",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"metal": "Recyclable",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"chip packet": "Non-recyclable",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"thermocol": "Non-recyclable",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"diaper": "Non-recyclable",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2261E"/>
          </a:solidFill>
          <a:ln w="12700">
            <a:solidFill>
              <a:srgbClr val="12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80160"/>
            <a:ext cx="3794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Dictionary: category -&gt; bin colour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bin_colour = {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"Biodegradable": "Green bin",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"Recyclable": "Blue bin",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"Non-recyclable": "Black bin",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classify(item):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"""Return the waste category of an item."""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item = item.lower().strip()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key in waste_db: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key in item: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return waste_db[key]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"Unknown"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29A90CD-7B61-7425-378A-0BFCDBE26D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927863"/>
            <a:ext cx="4021527" cy="4053151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4398E7E-B8BA-B8B3-1FDA-AB56B37621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082194"/>
            <a:ext cx="4277093" cy="38224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18872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2261E"/>
          </a:solidFill>
          <a:ln w="12700">
            <a:solidFill>
              <a:srgbClr val="1226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280160"/>
            <a:ext cx="3794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show_result(category):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category == "Biodegradable":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tip = "Use it for compost."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category == "Recyclable":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tip = "Clean it and recycle."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elif category == "Non-recyclable":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tip = "Dispose of it carefully."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tip = "Item not in the list."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print("Category :", category)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category != "Unknown":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print("Bin      :", bin_colour[category])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print("Tip      :", tip)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save_history(item, category):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now = str(datetime.now())[:16]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with open("history.txt", "a") as f: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f.write(now + " | " + item)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f.write(" | " + category + "\n")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188720"/>
            <a:ext cx="4023360" cy="3611880"/>
          </a:xfrm>
          <a:prstGeom prst="roundRect">
            <a:avLst>
              <a:gd name="adj" fmla="val 2532"/>
            </a:avLst>
          </a:prstGeom>
          <a:solidFill>
            <a:srgbClr val="12261E"/>
          </a:solidFill>
          <a:ln w="12700">
            <a:solidFill>
              <a:srgbClr val="1226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280160"/>
            <a:ext cx="379476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main():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print("=" * 38)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 SMART WASTE CLASSIFICATION SYSTEM")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print("=" * 38)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count = 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while True: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item = input("\nEnter item (or exit): 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item.lower().strip() == "exit":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item.strip() == "":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print("Please type something.")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continue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category = classify(item)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show_result(category)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save_history(item, category)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count += 1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print("\nItems checked:", count)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print("Thank you! Keep the city clean.")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sz="10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3FB50DF-8EF5-25CE-304B-9098063A88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05840"/>
            <a:ext cx="8229600" cy="38633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80805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Output / Results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34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7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inputs &amp; test cases</a:t>
            </a:r>
            <a:endParaRPr lang="en-US" sz="1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00200"/>
          <a:ext cx="4937760" cy="246888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D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banana peel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Biodegradable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Biodegradable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F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Plastic Bottle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F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chip packet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Non-recyclable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Non-recyclable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F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newspaper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Recyclable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F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laptop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1F2D2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B7F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457200" y="42062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obtained: all 5 test cases passed; correct bin shown for every known item.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623560" y="1234440"/>
            <a:ext cx="3063240" cy="3474720"/>
          </a:xfrm>
          <a:prstGeom prst="roundRect">
            <a:avLst>
              <a:gd name="adj" fmla="val 2985"/>
            </a:avLst>
          </a:prstGeom>
          <a:solidFill>
            <a:srgbClr val="12261E"/>
          </a:solidFill>
          <a:ln w="12700">
            <a:solidFill>
              <a:srgbClr val="12261E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06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7D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screenshot (sample)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5760720" y="1691640"/>
            <a:ext cx="2880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item (or exit): banana peel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: Biodegradable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Bin      : Green bin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      : Use it for compost.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item (or exit): laptop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 : Unknown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Tip      : Item not in the list.</a:t>
            </a:r>
            <a:endParaRPr lang="en-US" sz="1000" dirty="0"/>
          </a:p>
          <a:p>
            <a:pPr marL="0" indent="0">
              <a:buNone/>
            </a:pP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Enter item (or exit): exit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F5E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Items checked: 2</a:t>
            </a:r>
            <a:endParaRPr lang="en-US" sz="10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7C3413-9311-7696-D986-B8C7CAD6E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507477"/>
            <a:ext cx="3404582" cy="444714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B6DF186A-628A-98EF-461F-5188F350DE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00200"/>
            <a:ext cx="4972306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B3D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801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53312"/>
            <a:ext cx="448056" cy="448056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" y="135331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12801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application of Python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57200" y="19659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2039112"/>
            <a:ext cx="448056" cy="448056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203911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19659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data structures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57200" y="26517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724912"/>
            <a:ext cx="448056" cy="448056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94360" y="272491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26517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Function-based programming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457200" y="33375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410712"/>
            <a:ext cx="448056" cy="448056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94360" y="341071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280160" y="33375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and testing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E8F5EC"/>
          </a:solidFill>
          <a:ln w="12700">
            <a:solidFill>
              <a:srgbClr val="E8F5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096512"/>
            <a:ext cx="448056" cy="448056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94360" y="4096512"/>
            <a:ext cx="448056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280160" y="4023360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F2D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Problem-solving and teamwork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3D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Scope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0" y="530352"/>
            <a:ext cx="201168" cy="20116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589520" y="530352"/>
            <a:ext cx="201168" cy="201168"/>
          </a:xfrm>
          <a:prstGeom prst="ellipse">
            <a:avLst/>
          </a:prstGeom>
          <a:solidFill>
            <a:srgbClr val="1B7F4C"/>
          </a:solidFill>
          <a:ln w="12700">
            <a:solidFill>
              <a:srgbClr val="1B7F4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530352"/>
            <a:ext cx="201168" cy="201168"/>
          </a:xfrm>
          <a:prstGeom prst="ellipse">
            <a:avLst/>
          </a:prstGeom>
          <a:solidFill>
            <a:srgbClr val="8A9A93"/>
          </a:solidFill>
          <a:ln w="12700">
            <a:solidFill>
              <a:srgbClr val="8A9A9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530352"/>
            <a:ext cx="201168" cy="20116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0" y="530352"/>
            <a:ext cx="201168" cy="201168"/>
          </a:xfrm>
          <a:prstGeom prst="ellipse">
            <a:avLst/>
          </a:prstGeom>
          <a:solidFill>
            <a:srgbClr val="F28C28"/>
          </a:solidFill>
          <a:ln w="12700">
            <a:solidFill>
              <a:srgbClr val="F28C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344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4543F"/>
          </a:solidFill>
          <a:ln w="12700">
            <a:solidFill>
              <a:srgbClr val="14543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344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Achievements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classifier that gives the right category and bin.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4543F"/>
          </a:solidFill>
          <a:ln w="12700">
            <a:solidFill>
              <a:srgbClr val="14543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92040" y="134416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Advantages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4892040" y="169164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Fast, simple, accurate and easy to extend.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2697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4543F"/>
          </a:solidFill>
          <a:ln w="12700">
            <a:solidFill>
              <a:srgbClr val="14543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807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3154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to stored keywords; no real-time image input.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663440" y="2697480"/>
            <a:ext cx="4023360" cy="1325880"/>
          </a:xfrm>
          <a:prstGeom prst="roundRect">
            <a:avLst>
              <a:gd name="adj" fmla="val 6897"/>
            </a:avLst>
          </a:prstGeom>
          <a:solidFill>
            <a:srgbClr val="14543F"/>
          </a:solidFill>
          <a:ln w="12700">
            <a:solidFill>
              <a:srgbClr val="14543F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892040" y="2807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892040" y="31546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GUI, database connectivity, web application and advanced features such as image recognition.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42519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1032</Words>
  <Application>Microsoft Office PowerPoint</Application>
  <PresentationFormat>On-screen Show (16:9)</PresentationFormat>
  <Paragraphs>228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Waste Classification System</dc:title>
  <dc:subject>PptxGenJS Presentation</dc:subject>
  <dc:creator>PptxGenJS</dc:creator>
  <cp:lastModifiedBy>mythripothkunuri@outlook.com</cp:lastModifiedBy>
  <cp:revision>6</cp:revision>
  <dcterms:created xsi:type="dcterms:W3CDTF">2026-10-12T18:47:09Z</dcterms:created>
  <dcterms:modified xsi:type="dcterms:W3CDTF">2026-10-17T09:26:11Z</dcterms:modified>
</cp:coreProperties>
</file>